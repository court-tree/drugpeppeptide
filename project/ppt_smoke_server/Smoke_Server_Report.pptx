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smoke_server</a:t>
            </a:r>
            <a:r>
              <a:rPr/>
              <a:t> </a:t>
            </a:r>
            <a:r>
              <a:rPr/>
              <a:t>运行结果汇报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2026-04-15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smoke_server</a:t>
            </a:r>
            <a:r>
              <a:rPr/>
              <a:t> </a:t>
            </a:r>
            <a:r>
              <a:rPr/>
              <a:t>运行结果汇报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PeptideCLIP Phase-1 服务器 smoke 验证</a:t>
            </a:r>
          </a:p>
          <a:p>
            <a:pPr lvl="1"/>
            <a:r>
              <a:rPr/>
              <a:t>目的：确认升级版全流程在服务器环境下能完整跑通</a:t>
            </a:r>
          </a:p>
          <a:p>
            <a:pPr lvl="1"/>
            <a:r>
              <a:rPr/>
              <a:t>范围：Step1 到 Step8 全链路，包括 Step6x 序列聚类</a:t>
            </a:r>
          </a:p>
          <a:p>
            <a:pPr lvl="1"/>
            <a:r>
              <a:rPr/>
              <a:t>重点：不是追求最大规模，而是验证流程完整性、统计合理性和最终落盘成功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本次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它是一套小规模但完整的服务器 smoke run</a:t>
            </a:r>
          </a:p>
          <a:p>
            <a:pPr lvl="1"/>
            <a:r>
              <a:rPr/>
              <a:t>能证明从候选切片到最终 metadata/lmdb 的整条链路已经闭环</a:t>
            </a:r>
          </a:p>
          <a:p>
            <a:pPr lvl="1"/>
            <a:r>
              <a:rPr/>
              <a:t>也能提前暴露 Step5 采样、Step6 平衡、Step7 分组拆分、Step8 封端落盘是否稳定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全流程总览</a:t>
            </a:r>
          </a:p>
        </p:txBody>
      </p:sp>
      <p:pic>
        <p:nvPicPr>
          <p:cNvPr descr="flow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600200"/>
            <a:ext cx="8077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数据漏斗</a:t>
            </a:r>
          </a:p>
        </p:txBody>
      </p:sp>
      <p:pic>
        <p:nvPicPr>
          <p:cNvPr descr="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600200"/>
            <a:ext cx="7810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1 通过质控：40,457</a:t>
            </a:r>
          </a:p>
          <a:p>
            <a:pPr lvl="1"/>
            <a:r>
              <a:rPr/>
              <a:t>Step 5 保留候选：981</a:t>
            </a:r>
          </a:p>
          <a:p>
            <a:pPr lvl="1"/>
            <a:r>
              <a:rPr/>
              <a:t>Step 6 分层保留后：392</a:t>
            </a:r>
          </a:p>
          <a:p>
            <a:pPr lvl="1"/>
            <a:r>
              <a:rPr/>
              <a:t>Step 8 最终写出：305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关键机制</a:t>
            </a:r>
          </a:p>
        </p:txBody>
      </p:sp>
      <p:pic>
        <p:nvPicPr>
          <p:cNvPr descr="step5_sto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6900" y="1600200"/>
            <a:ext cx="79629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原始输入候选：5,561</a:t>
            </a:r>
          </a:p>
          <a:p>
            <a:pPr lvl="1"/>
            <a:r>
              <a:rPr/>
              <a:t>绝对冗余去除：3,591</a:t>
            </a:r>
          </a:p>
          <a:p>
            <a:pPr lvl="1"/>
            <a:r>
              <a:rPr/>
              <a:t>Top-k / sampling 后继续收缩：989</a:t>
            </a:r>
          </a:p>
          <a:p>
            <a:pPr lvl="1"/>
            <a:r>
              <a:rPr/>
              <a:t>最终任务数：197，所有任务都进入了 sampling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真实切片案例</a:t>
            </a:r>
          </a:p>
        </p:txBody>
      </p:sp>
      <p:pic>
        <p:nvPicPr>
          <p:cNvPr descr="case_frag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9300" y="1600200"/>
            <a:ext cx="7645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示例来自 </a:t>
            </a:r>
            <a:r>
              <a:rPr>
                <a:latin typeface="Courier"/>
              </a:rPr>
              <a:t>1a98 / A-2_as_peptide__A_as_receptor</a:t>
            </a:r>
          </a:p>
          <a:p>
            <a:pPr lvl="1"/>
            <a:r>
              <a:rPr/>
              <a:t>片段 A：139-148，长度 10 aa</a:t>
            </a:r>
          </a:p>
          <a:p>
            <a:pPr lvl="1"/>
            <a:r>
              <a:rPr/>
              <a:t>片段 B：136-148，长度 13 aa</a:t>
            </a:r>
          </a:p>
          <a:p>
            <a:pPr lvl="1"/>
            <a:r>
              <a:rPr/>
              <a:t>说明同一个界面任务不会只剩一个机械式短肽克隆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6x</a:t>
            </a:r>
            <a:r>
              <a:rPr/>
              <a:t> </a:t>
            </a:r>
            <a:r>
              <a:rPr/>
              <a:t>序列聚类</a:t>
            </a:r>
          </a:p>
        </p:txBody>
      </p:sp>
      <p:pic>
        <p:nvPicPr>
          <p:cNvPr descr="seqclus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439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exact 模式下共有受体序列 163 条</a:t>
            </a:r>
          </a:p>
          <a:p>
            <a:pPr lvl="1"/>
            <a:r>
              <a:rPr/>
              <a:t>聚成 96 个 cluster</a:t>
            </a:r>
          </a:p>
          <a:p>
            <a:pPr lvl="1"/>
            <a:r>
              <a:rPr/>
              <a:t>最大 cluster 只有 13 条，说明 smoke run 的家族结构还比较可控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Step</a:t>
            </a:r>
            <a:r>
              <a:rPr/>
              <a:t> </a:t>
            </a:r>
            <a:r>
              <a:rPr/>
              <a:t>7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Step</a:t>
            </a:r>
            <a:r>
              <a:rPr/>
              <a:t> </a:t>
            </a:r>
            <a:r>
              <a:rPr/>
              <a:t>8</a:t>
            </a:r>
            <a:r>
              <a:rPr/>
              <a:t> </a:t>
            </a:r>
            <a:r>
              <a:rPr/>
              <a:t>最终结果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Step 7：main_train 370，monitor 22</a:t>
            </a:r>
          </a:p>
          <a:p>
            <a:pPr lvl="1"/>
            <a:r>
              <a:rPr/>
              <a:t>Step 7 monitor 实际比例 5.61%</a:t>
            </a:r>
          </a:p>
          <a:p>
            <a:pPr lvl="1"/>
            <a:r>
              <a:rPr/>
              <a:t>Step 8：成功写出 305 条，错误数 0</a:t>
            </a:r>
          </a:p>
          <a:p>
            <a:pPr lvl="1"/>
            <a:r>
              <a:rPr/>
              <a:t>Step 8 terminal native 占比 13.4%</a:t>
            </a:r>
          </a:p>
          <a:p>
            <a:pPr lvl="1"/>
            <a:r>
              <a:rPr/>
              <a:t>Step 8 N-cap 覆盖 93.1%；C-cap 覆盖 87.9%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可以向老师强调的点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服务器 smoke run 已经证明全流程能稳定落到 Step 8</a:t>
            </a:r>
          </a:p>
          <a:p>
            <a:pPr lvl="1"/>
            <a:r>
              <a:rPr/>
              <a:t>Step 5 的“去冗余 + 概率抽样”在小规模 run 上也能观察到明显效果</a:t>
            </a:r>
          </a:p>
          <a:p>
            <a:pPr lvl="1"/>
            <a:r>
              <a:rPr/>
              <a:t>Step 6x 额外提供了受体序列聚类视角，便于后续 family-aware 控制</a:t>
            </a:r>
          </a:p>
          <a:p>
            <a:pPr lvl="1"/>
            <a:r>
              <a:rPr/>
              <a:t>最终已经不是中间候选文件，而是真正可用于训练的数据元信息输出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下一步建议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在服务器上扩大任务规模，观察 Step 6 到 Step 8 的统计是否保持稳定</a:t>
            </a:r>
          </a:p>
          <a:p>
            <a:pPr lvl="1"/>
            <a:r>
              <a:rPr/>
              <a:t>挑 2 到 3 个代表性复合物做结构可视化截图，补一页更直观的案例展示</a:t>
            </a:r>
          </a:p>
          <a:p>
            <a:pPr lvl="1"/>
            <a:r>
              <a:rPr/>
              <a:t>如果准备正式组会，再把这版 smoke 汇报和 full_run 汇报拼成“验证版 + 正式版”双层结构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smoke_server 运行结果汇报</dc:title>
  <dc:creator>Codex</dc:creator>
  <cp:keywords/>
  <dcterms:created xsi:type="dcterms:W3CDTF">2026-04-15T01:20:07Z</dcterms:created>
  <dcterms:modified xsi:type="dcterms:W3CDTF">2026-04-15T01:20:07Z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2026-04-15</vt:lpwstr>
  </property>
</Properties>
</file>