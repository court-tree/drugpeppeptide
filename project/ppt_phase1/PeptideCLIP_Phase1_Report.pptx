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PeptideCLIP</a:t>
            </a:r>
            <a:r>
              <a:rPr/>
              <a:t> </a:t>
            </a:r>
            <a:r>
              <a:rPr/>
              <a:t>阶段一可视化汇报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Codex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session1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2026-04-12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PeptideCLIP</a:t>
            </a:r>
            <a:r>
              <a:rPr/>
              <a:t> </a:t>
            </a:r>
            <a:r>
              <a:rPr/>
              <a:t>阶段一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高保真 Peptide-Patch 数据底座构建</a:t>
            </a:r>
          </a:p>
          <a:p>
            <a:pPr lvl="1"/>
            <a:r>
              <a:rPr/>
              <a:t>目标：从真实蛋白复合物界面中切出可训练的 peptide-patch 片段</a:t>
            </a:r>
          </a:p>
          <a:p>
            <a:pPr lvl="1"/>
            <a:r>
              <a:rPr/>
              <a:t>核心问题：切到的是“受体主导的界面片段”，而不是原链邻域的随机短截段</a:t>
            </a:r>
          </a:p>
          <a:p>
            <a:pPr lvl="1"/>
            <a:r>
              <a:rPr/>
              <a:t>当前汇报基于 </a:t>
            </a:r>
            <a:r>
              <a:rPr>
                <a:latin typeface="Courier"/>
              </a:rPr>
              <a:t>project/</a:t>
            </a:r>
            <a:r>
              <a:rPr/>
              <a:t> 下升级版全流程与 </a:t>
            </a:r>
            <a:r>
              <a:rPr>
                <a:latin typeface="Courier"/>
              </a:rPr>
              <a:t>project/runs/full_run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研究目标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要解决的不是“怎么把链剪短”，而是三件事：</a:t>
            </a:r>
          </a:p>
          <a:p>
            <a:pPr lvl="1"/>
            <a:r>
              <a:rPr/>
              <a:t>先筛掉结构质量差、界面不可靠的复合物</a:t>
            </a:r>
          </a:p>
          <a:p>
            <a:pPr lvl="1"/>
            <a:r>
              <a:rPr/>
              <a:t>再围绕真实接触锚点生成候选片段</a:t>
            </a:r>
          </a:p>
          <a:p>
            <a:pPr lvl="1"/>
            <a:r>
              <a:rPr/>
              <a:t>最后在保证物理合理性的同时，保留长度多样性和家族分布平衡</a:t>
            </a:r>
          </a:p>
          <a:p>
            <a:pPr lvl="0" marL="0" indent="0">
              <a:buNone/>
            </a:pPr>
            <a:r>
              <a:rPr/>
              <a:t>这套流程最终服务于后续模型训练所需的主训练集与 monitor 集。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全流程总览</a:t>
            </a:r>
          </a:p>
        </p:txBody>
      </p:sp>
      <p:pic>
        <p:nvPicPr>
          <p:cNvPr descr="flow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600200"/>
            <a:ext cx="7696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结构质控</a:t>
            </a:r>
          </a:p>
        </p:txBody>
      </p:sp>
      <p:pic>
        <p:nvPicPr>
          <p:cNvPr descr="step1_failu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输入复合物：62,180</a:t>
            </a:r>
          </a:p>
          <a:p>
            <a:pPr lvl="1"/>
            <a:r>
              <a:rPr/>
              <a:t>通过质控：40,457，通过率 65.1%</a:t>
            </a:r>
          </a:p>
          <a:p>
            <a:pPr lvl="1"/>
            <a:r>
              <a:rPr/>
              <a:t>最大拦截原因：</a:t>
            </a:r>
            <a:r>
              <a:rPr>
                <a:latin typeface="Courier"/>
              </a:rPr>
              <a:t>insufficient_chain_instances</a:t>
            </a:r>
            <a:r>
              <a:rPr/>
              <a:t>，说明很多结构天然不满足后续双向切片需求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数据漏斗</a:t>
            </a:r>
          </a:p>
        </p:txBody>
      </p:sp>
      <p:pic>
        <p:nvPicPr>
          <p:cNvPr descr="stage_redu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439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 2 把通过质控的复合物展开为 153,294 个双向任务</a:t>
            </a:r>
          </a:p>
          <a:p>
            <a:pPr lvl="1"/>
            <a:r>
              <a:rPr/>
              <a:t>Step 3 由真实接触锚点扩展出 4,096,888 个原始候选窗口</a:t>
            </a:r>
          </a:p>
          <a:p>
            <a:pPr lvl="1"/>
            <a:r>
              <a:rPr/>
              <a:t>Step 4 用 rBSA、contact coverage、patch size 等物理特征把候选收缩到 1,083,526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核心创新</a:t>
            </a:r>
          </a:p>
        </p:txBody>
      </p:sp>
      <p:pic>
        <p:nvPicPr>
          <p:cNvPr descr="step5_sto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" y="1600200"/>
            <a:ext cx="79883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 5 前输入：1,083,526</a:t>
            </a:r>
          </a:p>
          <a:p>
            <a:pPr lvl="1"/>
            <a:r>
              <a:rPr/>
              <a:t>绝对冗余去除：688,655</a:t>
            </a:r>
          </a:p>
          <a:p>
            <a:pPr lvl="1"/>
            <a:r>
              <a:rPr/>
              <a:t>最终保留：203,086</a:t>
            </a:r>
          </a:p>
          <a:p>
            <a:pPr lvl="1"/>
            <a:r>
              <a:rPr/>
              <a:t>长度分布：8-10 aa 132,717；11-15 aa 45,169；16-20 aa 25,200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真实切片案例</a:t>
            </a:r>
          </a:p>
        </p:txBody>
      </p:sp>
      <p:pic>
        <p:nvPicPr>
          <p:cNvPr descr="case_frag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433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同一个 parent task 可以保留多个“不是同一个克隆”的有效片段</a:t>
            </a:r>
          </a:p>
          <a:p>
            <a:pPr lvl="1"/>
            <a:r>
              <a:rPr/>
              <a:t>示例任务来自 </a:t>
            </a:r>
            <a:r>
              <a:rPr>
                <a:latin typeface="Courier"/>
              </a:rPr>
              <a:t>1a15 / B_as_peptide__A_as_receptor</a:t>
            </a:r>
          </a:p>
          <a:p>
            <a:pPr lvl="1"/>
            <a:r>
              <a:rPr/>
              <a:t>样例短片段：24-32，长度 9 aa，coverage=1.00</a:t>
            </a:r>
          </a:p>
          <a:p>
            <a:pPr lvl="1"/>
            <a:r>
              <a:rPr/>
              <a:t>样例长片段：24-38，长度 15 aa，coverage=0.93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阶段一后半程的平衡化处理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 6：参考真实分布做分层保留，从 203,086 压到 81,234</a:t>
            </a:r>
          </a:p>
          <a:p>
            <a:pPr lvl="1"/>
            <a:r>
              <a:rPr/>
              <a:t>Step 6C：在不打破 family cap 的前提下再次重对齐，主集合保留 58,641</a:t>
            </a:r>
          </a:p>
          <a:p>
            <a:pPr lvl="1"/>
            <a:r>
              <a:rPr/>
              <a:t>Step 7：家族上限 + monitor split，得到 main 80,440 / monitor 794</a:t>
            </a:r>
          </a:p>
          <a:p>
            <a:pPr lvl="0" marL="0" indent="0">
              <a:buNone/>
            </a:pPr>
            <a:r>
              <a:rPr/>
              <a:t>当前 monitor 占比约 0.98%。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最终产出</a:t>
            </a:r>
            <a:r>
              <a:rPr/>
              <a:t> </a:t>
            </a:r>
            <a:r>
              <a:rPr/>
              <a:t>Step</a:t>
            </a:r>
            <a:r>
              <a:rPr/>
              <a:t> </a:t>
            </a:r>
            <a:r>
              <a:rPr/>
              <a:t>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 8 成功写出样本：59,435，错误数 0</a:t>
            </a:r>
          </a:p>
          <a:p>
            <a:pPr lvl="1"/>
            <a:r>
              <a:rPr/>
              <a:t>split 结果：main_train 58,641；monitor 794</a:t>
            </a:r>
          </a:p>
          <a:p>
            <a:pPr lvl="1"/>
            <a:r>
              <a:rPr/>
              <a:t>采样来源：sampling 59,245；fallback 190</a:t>
            </a:r>
          </a:p>
          <a:p>
            <a:pPr lvl="1"/>
            <a:r>
              <a:rPr/>
              <a:t>端点情况：天然末端 9,917，占比 16.7%</a:t>
            </a:r>
          </a:p>
          <a:p>
            <a:pPr lvl="1"/>
            <a:r>
              <a:rPr/>
              <a:t>封端覆盖：N cap 54,164 (91.1%)；C cap 52,795 (88.8%)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目前结果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全流程已经从“切片”走到了“可训练数据集组织”</a:t>
            </a:r>
          </a:p>
          <a:p>
            <a:pPr lvl="1"/>
            <a:r>
              <a:rPr/>
              <a:t>当前最终可用样本数：59,435</a:t>
            </a:r>
          </a:p>
          <a:p>
            <a:pPr lvl="1"/>
            <a:r>
              <a:rPr/>
              <a:t>其中主训练集 58,641，monitor 集 794</a:t>
            </a:r>
          </a:p>
          <a:p>
            <a:pPr lvl="1"/>
            <a:r>
              <a:rPr/>
              <a:t>主集合 peptide 长度中位数：12 aa</a:t>
            </a:r>
          </a:p>
          <a:p>
            <a:pPr lvl="1"/>
            <a:r>
              <a:rPr/>
              <a:t>主集合 patch 大小中位数：19</a:t>
            </a:r>
          </a:p>
          <a:p>
            <a:pPr lvl="1"/>
            <a:r>
              <a:rPr/>
              <a:t>主集合 rBSA 中位数：0.338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可以向老师强调的点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这不是简单切肽，而是“以真实界面锚点为中心”的片段生成</a:t>
            </a:r>
          </a:p>
          <a:p>
            <a:pPr lvl="1"/>
            <a:r>
              <a:rPr/>
              <a:t>Step 5 没有采用死板 greedy Top-k，而是用了“先去冗余，再按接触密度带权抽样”</a:t>
            </a:r>
          </a:p>
          <a:p>
            <a:pPr lvl="1"/>
            <a:r>
              <a:rPr/>
              <a:t>后续又做了参考分布对齐、family cap 和 monitor split，数据集更适合训练与评估</a:t>
            </a:r>
          </a:p>
          <a:p>
            <a:pPr lvl="1"/>
            <a:r>
              <a:rPr/>
              <a:t>整体上，阶段一已经形成了从结构质控到训练样本组织的完整闭环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PeptideCLIP 阶段一可视化汇报</dc:title>
  <dc:creator>Codex for session1</dc:creator>
  <cp:keywords/>
  <dcterms:created xsi:type="dcterms:W3CDTF">2026-04-12T08:24:46Z</dcterms:created>
  <dcterms:modified xsi:type="dcterms:W3CDTF">2026-04-12T08:24:46Z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2026-04-12</vt:lpwstr>
  </property>
</Properties>
</file>