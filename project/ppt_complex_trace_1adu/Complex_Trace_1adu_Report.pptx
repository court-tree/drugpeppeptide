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单一复合物全流程追踪：1adu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Codex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2026-04-15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单一复合物全流程追踪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固定案例：</a:t>
            </a:r>
            <a:r>
              <a:rPr>
                <a:latin typeface="Courier"/>
              </a:rPr>
              <a:t>1adu / receptor A / peptide source B</a:t>
            </a:r>
          </a:p>
          <a:p>
            <a:pPr lvl="1"/>
            <a:r>
              <a:rPr/>
              <a:t>这页汇报不再讲整体数据集，而是只追踪一个复合物</a:t>
            </a:r>
          </a:p>
          <a:p>
            <a:pPr lvl="1"/>
            <a:r>
              <a:rPr/>
              <a:t>目的是让老师直观看到：一个复合物如何从原始任务逐步变成最终训练样本</a:t>
            </a:r>
          </a:p>
          <a:p>
            <a:pPr lvl="1"/>
            <a:r>
              <a:rPr/>
              <a:t>当前基于 </a:t>
            </a:r>
            <a:r>
              <a:rPr>
                <a:latin typeface="Courier"/>
              </a:rPr>
              <a:t>project/runs/smoke_server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案例背景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Step2 中该复合物对应 1 个有向任务</a:t>
            </a:r>
          </a:p>
          <a:p>
            <a:pPr lvl="1"/>
            <a:r>
              <a:rPr>
                <a:latin typeface="Courier"/>
              </a:rPr>
              <a:t>parent_task_id = 0a793145-4871-547f-be67-b5e029600c00</a:t>
            </a:r>
          </a:p>
          <a:p>
            <a:pPr lvl="1"/>
            <a:r>
              <a:rPr/>
              <a:t>受体链 A，来源肽链 B</a:t>
            </a:r>
          </a:p>
          <a:p>
            <a:pPr lvl="1"/>
            <a:r>
              <a:rPr/>
              <a:t>source chain 上存在多个可切片热点，因此很适合做流程追踪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单个复合物的行数变化</a:t>
            </a:r>
          </a:p>
        </p:txBody>
      </p:sp>
      <p:pic>
        <p:nvPicPr>
          <p:cNvPr descr="step_coun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600200"/>
            <a:ext cx="81280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Step3 生成 30 个候选窗口</a:t>
            </a:r>
          </a:p>
          <a:p>
            <a:pPr lvl="1"/>
            <a:r>
              <a:rPr/>
              <a:t>Step5 保留 5 个代表窗口</a:t>
            </a:r>
          </a:p>
          <a:p>
            <a:pPr lvl="1"/>
            <a:r>
              <a:rPr/>
              <a:t>Step6 以后只剩 1 个最终样本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窗口是如何收缩的</a:t>
            </a:r>
          </a:p>
        </p:txBody>
      </p:sp>
      <p:pic>
        <p:nvPicPr>
          <p:cNvPr descr="window_evolu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600200"/>
            <a:ext cx="76327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Step3 在同一条 source chain 上提出大量重叠窗口</a:t>
            </a:r>
          </a:p>
          <a:p>
            <a:pPr lvl="1"/>
            <a:r>
              <a:rPr/>
              <a:t>Step5 把这些窗口压缩成 5 个代表候选</a:t>
            </a:r>
          </a:p>
          <a:p>
            <a:pPr lvl="1"/>
            <a:r>
              <a:rPr/>
              <a:t>Step8 最终只保留 1 个样本进入训练元数据</a:t>
            </a:r>
          </a:p>
          <a:p>
            <a:pPr lvl="0" marL="0" indent="0">
              <a:buNone/>
            </a:pPr>
            <a:r>
              <a:rPr/>
              <a:t>Step3 高频窗口示例：378-387 (2), 379-387 (2), 378-386 (2), 380-387 (2), 379-386 (2)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Step4</a:t>
            </a:r>
            <a:r>
              <a:rPr/>
              <a:t> </a:t>
            </a:r>
            <a:r>
              <a:rPr/>
              <a:t>打分如何影响后续选择</a:t>
            </a:r>
          </a:p>
        </p:txBody>
      </p:sp>
      <p:pic>
        <p:nvPicPr>
          <p:cNvPr descr="step4_scatt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20800" y="1600200"/>
            <a:ext cx="64897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横轴是 </a:t>
            </a:r>
            <a:r>
              <a:rPr>
                <a:latin typeface="Courier"/>
              </a:rPr>
              <a:t>contact_coverage_6A</a:t>
            </a:r>
          </a:p>
          <a:p>
            <a:pPr lvl="1"/>
            <a:r>
              <a:rPr/>
              <a:t>纵轴是 </a:t>
            </a:r>
            <a:r>
              <a:rPr>
                <a:latin typeface="Courier"/>
              </a:rPr>
              <a:t>rBSA_raw</a:t>
            </a:r>
          </a:p>
          <a:p>
            <a:pPr lvl="1"/>
            <a:r>
              <a:rPr/>
              <a:t>紫色点是 Step5 选中的窗口，红点是最后进入 Step8 的样本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最终保留下来的样本</a:t>
            </a:r>
          </a:p>
        </p:txBody>
      </p:sp>
      <p:pic>
        <p:nvPicPr>
          <p:cNvPr descr="final_c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0900" y="1600200"/>
            <a:ext cx="7429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最终窗口：378-387</a:t>
            </a:r>
          </a:p>
          <a:p>
            <a:pPr lvl="1"/>
            <a:r>
              <a:rPr/>
              <a:t>长度：10 aa</a:t>
            </a:r>
          </a:p>
          <a:p>
            <a:pPr lvl="1"/>
            <a:r>
              <a:rPr/>
              <a:t>split：main_train</a:t>
            </a:r>
          </a:p>
          <a:p>
            <a:pPr lvl="1"/>
            <a:r>
              <a:rPr>
                <a:latin typeface="Courier"/>
              </a:rPr>
              <a:t>has_n_cap = True</a:t>
            </a:r>
            <a:r>
              <a:rPr/>
              <a:t>，</a:t>
            </a:r>
            <a:r>
              <a:rPr>
                <a:latin typeface="Courier"/>
              </a:rPr>
              <a:t>has_c_cap = True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可视化结构文件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结构导出状态：本次会话未成功导出</a:t>
            </a:r>
          </a:p>
          <a:p>
            <a:pPr lvl="1"/>
            <a:r>
              <a:rPr/>
              <a:t>说明：PDB export skipped in this session: Command ‘[’powershell’, ’-Command’, ’wsl bash -lc '“/mnt/e/pep/.venv/bin/python” “/mnt/e/pep/project/visualize_export_pdb.py” –input_jsonl “/mnt/e/pep/project/runs/smoke_server/step3/step3_candidates.jsonl” –pdb_dir “/mnt/e/pep/download” –output_pdb “/mnt/e/pep/project/ppt_complex_trace_1adu/pdb_exports/step3_task_overlay.pdb” –parent_task_id “0a793145-4871-547f-be67-b5e029600c00” –receptor_scope full –max_task_candidates 12'’]’ returned non-zero exit status 1.</a:t>
            </a:r>
          </a:p>
          <a:p>
            <a:pPr lvl="1"/>
            <a:r>
              <a:rPr/>
              <a:t>如果导出成功，可在 </a:t>
            </a:r>
            <a:r>
              <a:rPr>
                <a:latin typeface="Courier"/>
              </a:rPr>
              <a:t>pdb_exports/</a:t>
            </a:r>
            <a:r>
              <a:rPr/>
              <a:t> 下继续用 PyMOL/Chimera 截图补充到 PPT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这个案例能说明什么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同一个复合物在 Step3 会出现大量重叠候选</a:t>
            </a:r>
          </a:p>
          <a:p>
            <a:pPr lvl="1"/>
            <a:r>
              <a:rPr/>
              <a:t>Step5 先做去冗余和带权采样，留下少量代表窗口</a:t>
            </a:r>
          </a:p>
          <a:p>
            <a:pPr lvl="1"/>
            <a:r>
              <a:rPr/>
              <a:t>Step6 到 Step8 再结合分层保留、split 和封端，最终变成真正可训练的单条样本</a:t>
            </a:r>
          </a:p>
          <a:p>
            <a:pPr lvl="1"/>
            <a:r>
              <a:rPr/>
              <a:t>用一个固定复合物跟踪，比只看总统计更能解释流程的行为逻辑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单一复合物全流程追踪：1adu</dc:title>
  <dc:creator>Codex</dc:creator>
  <cp:keywords/>
  <dcterms:created xsi:type="dcterms:W3CDTF">2026-04-15T01:30:29Z</dcterms:created>
  <dcterms:modified xsi:type="dcterms:W3CDTF">2026-04-15T01:30:29Z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2026-04-15</vt:lpwstr>
  </property>
</Properties>
</file>