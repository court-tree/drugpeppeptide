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83e608673d4446" /><Relationship Type="http://schemas.openxmlformats.org/officeDocument/2006/relationships/extended-properties" Target="/docProps/app.xml" Id="R59176de77ff84b9e" /><Relationship Type="http://schemas.openxmlformats.org/officeDocument/2006/relationships/officeDocument" Target="/ppt/presentation.xml" Id="Rc7506a4597e743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6077ff58c34ee1"/>
  </p:sldMasterIdLst>
  <p:notesMasterIdLst>
    <p:notesMasterId xmlns:r="http://schemas.openxmlformats.org/officeDocument/2006/relationships" r:id="Re6a47df5b8184897"/>
  </p:notesMasterIdLst>
  <p:sldIdLst>
    <p:sldId xmlns:r="http://schemas.openxmlformats.org/officeDocument/2006/relationships" id="256" r:id="Rac23778f933f42f7"/>
    <p:sldId xmlns:r="http://schemas.openxmlformats.org/officeDocument/2006/relationships" id="257" r:id="R72b49b3451614c6d"/>
    <p:sldId xmlns:r="http://schemas.openxmlformats.org/officeDocument/2006/relationships" id="258" r:id="R13c804b9224741fa"/>
    <p:sldId xmlns:r="http://schemas.openxmlformats.org/officeDocument/2006/relationships" id="259" r:id="R05a0c376380d44e4"/>
    <p:sldId xmlns:r="http://schemas.openxmlformats.org/officeDocument/2006/relationships" id="260" r:id="R19468c9c6b724abb"/>
    <p:sldId xmlns:r="http://schemas.openxmlformats.org/officeDocument/2006/relationships" id="261" r:id="Rb60e8376a80d4d56"/>
    <p:sldId xmlns:r="http://schemas.openxmlformats.org/officeDocument/2006/relationships" id="262" r:id="R392870663c1d49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077ff58c34ee1" /><Relationship Type="http://schemas.openxmlformats.org/officeDocument/2006/relationships/theme" Target="/ppt/theme/theme1.xml" Id="Rb05fe0e17bb0420f" /><Relationship Type="http://schemas.openxmlformats.org/officeDocument/2006/relationships/notesMaster" Target="/ppt/notesMasters/notesMaster1.xml" Id="Re6a47df5b8184897" /><Relationship Type="http://schemas.openxmlformats.org/officeDocument/2006/relationships/presProps" Target="/ppt/presProps.xml" Id="Re7bebb9d0cfe40a2" /><Relationship Type="http://schemas.openxmlformats.org/officeDocument/2006/relationships/viewProps" Target="/ppt/viewProps.xml" Id="R759a7dc6e8684a99" /><Relationship Type="http://schemas.openxmlformats.org/officeDocument/2006/relationships/tableStyles" Target="/ppt/tableStyles.xml" Id="Rac9a2594280344e4" /><Relationship Type="http://schemas.openxmlformats.org/officeDocument/2006/relationships/slide" Target="/ppt/slides/slide1.xml" Id="Rac23778f933f42f7" /><Relationship Type="http://schemas.openxmlformats.org/officeDocument/2006/relationships/slide" Target="/ppt/slides/slide2.xml" Id="R72b49b3451614c6d" /><Relationship Type="http://schemas.openxmlformats.org/officeDocument/2006/relationships/slide" Target="/ppt/slides/slide3.xml" Id="R13c804b9224741fa" /><Relationship Type="http://schemas.openxmlformats.org/officeDocument/2006/relationships/slide" Target="/ppt/slides/slide4.xml" Id="R05a0c376380d44e4" /><Relationship Type="http://schemas.openxmlformats.org/officeDocument/2006/relationships/slide" Target="/ppt/slides/slide5.xml" Id="R19468c9c6b724abb" /><Relationship Type="http://schemas.openxmlformats.org/officeDocument/2006/relationships/slide" Target="/ppt/slides/slide6.xml" Id="Rb60e8376a80d4d56" /><Relationship Type="http://schemas.openxmlformats.org/officeDocument/2006/relationships/slide" Target="/ppt/slides/slide7.xml" Id="R392870663c1d49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9ff92430d514a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649c40c064ac9" /><Relationship Type="http://schemas.openxmlformats.org/officeDocument/2006/relationships/notesMaster" Target="/ppt/notesMasters/notesMaster1.xml" Id="R15fe719e1a744c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aa9e4f907549ac" /><Relationship Type="http://schemas.openxmlformats.org/officeDocument/2006/relationships/notesMaster" Target="/ppt/notesMasters/notesMaster1.xml" Id="Ra9bae172c9dc47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6cf9dfbb444a71" /><Relationship Type="http://schemas.openxmlformats.org/officeDocument/2006/relationships/notesMaster" Target="/ppt/notesMasters/notesMaster1.xml" Id="Rdeafbf4ae95849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9c7d96d2114af6" /><Relationship Type="http://schemas.openxmlformats.org/officeDocument/2006/relationships/notesMaster" Target="/ppt/notesMasters/notesMaster1.xml" Id="Rfc2da3c2e05640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a497a6fa24fdf" /><Relationship Type="http://schemas.openxmlformats.org/officeDocument/2006/relationships/notesMaster" Target="/ppt/notesMasters/notesMaster1.xml" Id="R64f13c9f721a48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412e3d2a7d4ef2" /><Relationship Type="http://schemas.openxmlformats.org/officeDocument/2006/relationships/notesMaster" Target="/ppt/notesMasters/notesMaster1.xml" Id="Rdb260f1ce9ac4d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4afa604ffe4060" /><Relationship Type="http://schemas.openxmlformats.org/officeDocument/2006/relationships/notesMaster" Target="/ppt/notesMasters/notesMaster1.xml" Id="R5518944aecbe4e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开场先强调这不是随机生成多肽，而是从真实蛋白-蛋白复合物中提取可训练样本。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这一页适合给老师建立全局图景：流程不是单一步骤，而是一条从输入质控到最终训练数据的漏斗。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这里要解释为什么修正 avg_contact_count 很关键：原来量纲像原子邻居数，修正后才是残基层面的平均接触。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phase1/README.md</a:t>
            </a:r>
          </a:p>
          <a:p xmlns:a="http://schemas.openxmlformats.org/drawingml/2006/main">
            <a:r>
              <a:t>- phase1/tuning_history.md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这页要让老师看到：不是跑通就结束，而是通过小规模 smoke 找到指标定义问题，再扩大到 pilot 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phase1/tuning_history.md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这页是老师最容易追问的地方：为什么这些默认参数合理。回答核心是：小规模发现问题，大规模 pilot 验证平衡。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phase1/README.md</a:t>
            </a:r>
          </a:p>
          <a:p xmlns:a="http://schemas.openxmlformats.org/drawingml/2006/main">
            <a:r>
              <a:t>- phase1/tuning_history.md</a:t>
            </a:r>
          </a:p>
          <a:p xmlns:a="http://schemas.openxmlformats.org/drawingml/2006/main">
            <a:r>
              <a:t>- phase1/len8cap_experiment.md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这页的重点不是说长度偏置完全解决，而是说明我们已经识别它，并选择了更容易解释的 task 内 8-mer cap。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phase1/length_balance_experiment.md</a:t>
            </a:r>
          </a:p>
          <a:p xmlns:a="http://schemas.openxmlformats.org/drawingml/2006/main">
            <a:r>
              <a:t>- phase1/len8cap_experiment.md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最后给老师一个稳健结论：当前版本已经适合全量稳定跑通和人工检查，后续优化有明确方向。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phase1/README.md</a:t>
            </a:r>
          </a:p>
          <a:p xmlns:a="http://schemas.openxmlformats.org/drawingml/2006/main">
            <a:r>
              <a:t>- phase1/tuning_history.md</a:t>
            </a:r>
          </a:p>
          <a:p xmlns:a="http://schemas.openxmlformats.org/drawingml/2006/main">
            <a:r>
              <a:t>- phase1/len8cap_experiment.md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b52a813c9489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D211308-1D2A-4DC7-8559-22923E734E2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1253CE6-0C76-4F9C-B443-9694900B80F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44EB0B-6C63-4285-BB55-410C0347611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FC0DE9-4BE6-4ECE-AAEA-FEFF9A2EC66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43787F-7A8D-47BD-AF61-C8FE81650FB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8f4b73370a74dca" /><Relationship Type="http://schemas.openxmlformats.org/officeDocument/2006/relationships/slideLayout" Target="/ppt/slideLayouts/slideLayout2.xml" Id="Rf405f5f4c15541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B08F1-E23F-4A89-9DAD-84BD886B4DE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5f5f4c15541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b14ace99c445a4" /><Relationship Type="http://schemas.openxmlformats.org/officeDocument/2006/relationships/image" Target="/ppt/media/image.png" Id="R0289096417644e45" /><Relationship Type="http://schemas.openxmlformats.org/officeDocument/2006/relationships/notesSlide" Target="/ppt/notesSlides/notesSlide1.xml" Id="Rf9e7b3d28b7d44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1790fcef9547e4" /><Relationship Type="http://schemas.openxmlformats.org/officeDocument/2006/relationships/image" Target="/ppt/media/image2.png" Id="R3c6829a6b41c4040" /><Relationship Type="http://schemas.openxmlformats.org/officeDocument/2006/relationships/notesSlide" Target="/ppt/notesSlides/notesSlide2.xml" Id="R385f38639b2c44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7c158dbffb40e2" /><Relationship Type="http://schemas.openxmlformats.org/officeDocument/2006/relationships/image" Target="/ppt/media/image3.png" Id="R7bbdbfc2753d481b" /><Relationship Type="http://schemas.openxmlformats.org/officeDocument/2006/relationships/notesSlide" Target="/ppt/notesSlides/notesSlide3.xml" Id="R2422b31bb24e41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a67ef3c567446f" /><Relationship Type="http://schemas.openxmlformats.org/officeDocument/2006/relationships/image" Target="/ppt/media/image4.png" Id="R0d876749ba7146cf" /><Relationship Type="http://schemas.openxmlformats.org/officeDocument/2006/relationships/notesSlide" Target="/ppt/notesSlides/notesSlide4.xml" Id="Rdd7161173f354d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44a833647d4802" /><Relationship Type="http://schemas.openxmlformats.org/officeDocument/2006/relationships/image" Target="/ppt/media/image5.png" Id="Rbf12ec4f5eac42ae" /><Relationship Type="http://schemas.openxmlformats.org/officeDocument/2006/relationships/notesSlide" Target="/ppt/notesSlides/notesSlide5.xml" Id="R3fb34deda2ba4f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bc486224f4349" /><Relationship Type="http://schemas.openxmlformats.org/officeDocument/2006/relationships/image" Target="/ppt/media/image6.png" Id="R30a5db961d1b4bd4" /><Relationship Type="http://schemas.openxmlformats.org/officeDocument/2006/relationships/notesSlide" Target="/ppt/notesSlides/notesSlide6.xml" Id="Rda1aa780570845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8dbb25faa04291" /><Relationship Type="http://schemas.openxmlformats.org/officeDocument/2006/relationships/image" Target="/ppt/media/image7.png" Id="Rcb75f3d5b47f44cd" /><Relationship Type="http://schemas.openxmlformats.org/officeDocument/2006/relationships/notesSlide" Target="/ppt/notesSlides/notesSlide7.xml" Id="R92fdd37cf6ca4f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43787F-7A8D-47BD-AF61-C8FE81650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9096417644e4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87DAF-FE4B-47CC-841B-1AC38CC8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28FCB-B88F-4F7F-B0CB-DC29547C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EA0F0-78DD-4AE5-A1F4-559FD3F4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PEPTIDECLIP PHASE-1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B6A42-474D-488A-87DF-1F6EAAF7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高保真多肽-受体数据集构建流程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55086-966D-48E6-B249-F8100557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从真实 PPI 复合物出发，切出结构可信、接触充分、重复度受控的多肽训练样本。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EC207-8078-4EE0-9379-0292128C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50E74-A6F2-413D-8C83-93841E1B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3962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</a:defRPr>
            </a:pPr>
            <a:r>
              <a:rPr sz="1500" b="1">
                <a:solidFill>
                  <a:srgbClr val="101214"/>
                </a:solidFill>
              </a:rPr>
              <a:t>核心逻辑：真实结构 → 局部片段 → 物理体检 → 联合同源去重 → 1D/3D 落库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12107-5394-45A1-9C8B-5C2EC26C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材料来源：phase1/README.md、tuning_history.md、length_balance_experiment.md、len8cap_experiment.md</a:t>
            </a:r>
          </a:p>
        </p:txBody>
      </p:sp>
    </p:spTree>
    <p:extLst>
      <p:ext uri="{BB962C8B-B14F-4D97-AF65-F5344CB8AC3E}">
        <p14:creationId xmlns:p14="http://schemas.microsoft.com/office/powerpoint/2010/main" val="1747858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43787F-7A8D-47BD-AF61-C8FE81650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829a6b41c404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A8724-485E-45F5-8FAF-3BAA4395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F600E-54DF-49DB-A26A-1B06B1ED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PIPELINE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4D54F-2443-48B4-9892-CBE8CB8B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89698-BD90-4D49-95C5-1F2D497D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49F4D-31C1-4403-9078-2BB83799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9D788-2B16-44CC-865B-A538BA25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一条主线：先保证结构可靠，再保留代表性片段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1D50F-6940-47CB-86C6-1F046569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新版 Phase-1 去掉全局分层采样，改成更直接、更可解释的局部质量筛选链路。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173A9-AF1D-4E26-8F93-9375E1B8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C526C-8AD0-4660-959B-808E9C8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9A9AF-8DD5-4986-91F9-B18A61F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E3993-FF81-458D-81C2-6840D90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8DD4B-7294-4B76-BC64-44F61746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62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B56BF-49A8-45ED-8D1E-3CCDBAD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5D8B2-DD2C-44FC-9EB1-2C182A19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输入端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F996E-6CCC-4483-BEA7-C8D97047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Step 1–2 先筛结构质量，再把每对接触链拆成双向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receptor / peptide-source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任务。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04431-A890-4352-88CD-2E6D777B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B0C1D-8CF9-446A-97F3-4745545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C2FC0-F6DB-4FA0-AA04-3E133813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6A2C5-5695-410E-9DF9-5D7A8078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93AB1-4F5F-425E-B35F-3641F9E7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935DA-F517-40B7-B258-4F9D9F8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00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7F4BD-2AFA-4D87-8191-52B5AD1C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候选端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D9518E-2420-4EEC-80AE-095463B7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Step 3–5 在真实界面附近切 8–20 aa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连续片段，用平均接触表现筛选并抽样。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ACD95-B7D3-422F-AE89-A2CC179B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35DAA-8401-450E-9E47-FC0A683E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ACACAE-F45F-4E26-8E16-29F33907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B218A-84FB-4AB2-B09B-B33B2E33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05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BD4A06-0266-4A19-8CD8-433447E4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91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2FC50-1C4D-4EA2-8828-C499BB07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76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630913-BD60-47E4-9CAC-A55CD37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落库端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44F01A-0ABC-4D64-81D6-CE7AE6BC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Step 6–7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用受体+多肽联合相似性去重，最后封端、提口袋并写入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1D/3D 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0E2D17-6F94-499F-B7E0-9D688EF6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材料来源：phase1/README.md、tuning_history.md、length_balance_experiment.md、len8cap_experiment.md</a:t>
            </a:r>
          </a:p>
        </p:txBody>
      </p:sp>
    </p:spTree>
    <p:extLst>
      <p:ext uri="{BB962C8B-B14F-4D97-AF65-F5344CB8AC3E}">
        <p14:creationId xmlns:p14="http://schemas.microsoft.com/office/powerpoint/2010/main" val="1630957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43787F-7A8D-47BD-AF61-C8FE81650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dbfc2753d481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E4A18-1ADE-424A-B72E-E9B2EA54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BE36E-7B87-40D3-A296-80A86A47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CORE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662FA-C9C2-4A39-A7F2-2650F49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13EA7-2810-41E1-B8FC-7F1A2ABD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66C48-371A-4512-9CBC-5FE652E3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B25A0-8A6A-46FA-AC70-86874217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候选生成不看单点最近，而看局部片段整体表现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E7567-5996-4F6B-8743-91EF391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真实 PPI 界面里，单个残基最近可能只是偶然；连续片段的平均接触更接近多肽结合质量。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94AB8-DFDB-4CE9-A144-C1802B2B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F17A9-CCD9-450F-87EE-756CC0DE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92323-BCEF-4523-B77F-017377CE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8–20 aa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46415-2211-4159-9529-9ABFC4D5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候选片段长度范围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BC469-5C39-44EF-8899-05E5D102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连续主链片段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F8AA3-0DA3-4CC9-9E5C-A961D7B6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58E7C-161A-4059-B876-3CD7893F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31851-5DC5-4688-A61D-F6394E2E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16 / task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0FD82-7AF4-440D-ABA9-6A36BA1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当前 Step 3 任务内候选上限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D09F4-6974-46E1-A040-15A72922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避免无限召回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2112E-D717-45E5-9628-4A07E49D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99D2F-F034-4280-8703-C8BD6867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C4B82-5112-4214-93FF-55A24A84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avg contact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C46D4-90D3-41FE-82D8-50B7F20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以每个 peptide residue 接触到的唯一 receptor residue 均值作为核心信号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3303E-3A1B-454F-86BA-D0AA1294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减少长度偏置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A2EAB3-669A-43EB-BE39-EBA7E4AA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材料来源：phase1/README.md、tuning_history.md、length_balance_experiment.md、len8cap_experiment.md</a:t>
            </a:r>
          </a:p>
        </p:txBody>
      </p:sp>
    </p:spTree>
    <p:extLst>
      <p:ext uri="{BB962C8B-B14F-4D97-AF65-F5344CB8AC3E}">
        <p14:creationId xmlns:p14="http://schemas.microsoft.com/office/powerpoint/2010/main" val="169545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43787F-7A8D-47BD-AF61-C8FE81650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76749ba7146c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F7892-12CE-430F-8D14-E5FEB519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07FD6-09C0-4A2D-97AE-2C1F342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TUNING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34FFA-C3E1-444A-AF9A-B9DBADCF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0F599-A64C-48E9-8E02-658EAF33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09EBA-567C-4520-AB14-5488F675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ED840-0701-4BE2-B570-B038288F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调参不是盲调：先发现量纲问题，再让 Step 4 真正工作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04BEB-8F82-49EB-97AD-752AB07A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早期 smoke 测试暴露出 Step 4 全过的问题，关键转折点是重定义 avg_contact_count。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87E36-9FD2-4EC9-97A7-1510E924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502D8-890C-4677-845F-6B53E3FF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F1FE6-D24F-471C-B46D-1D4D5C63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0438F-D0E8-4825-9C02-35E79286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6D804-A21B-48BF-95A4-DF9C3E02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62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293E5-A745-4E4F-8671-9803DA6D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3DDD8-2B37-44AC-95C2-EF1738F2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早期问题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AA96F-287F-4F13-BACB-0DCFB94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smoke_5 到 smoke_5_v3 中，Step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4 基本 128→128 / 64→64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全部通过，说明过滤没有真正生效。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E22CE-6493-4AC5-97DC-CB84F7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D0BDE-69D8-4577-989B-B7BA1D7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45845-CB71-47AF-ADDA-C495B65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6BF16-74E6-43A7-8E5C-5820AFAA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41E22-9D87-4F46-AE73-4D7BEFC0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904F5-AAD4-4494-89DE-48D51629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00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0B6E1-4154-4D8A-AE14-F99B6BBB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关键修正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B4FF4C-7474-4851-8C51-13560908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发现 avg_contact_count 落在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44–67，实际更像原子邻居数；改为唯一受体残基平均接触数后回到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3.56–5.50。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54203-AC8F-4732-84CE-518FC7E7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66D7F-57B7-4081-9357-978A62D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EDD41C-81F1-4CC1-80E4-4A87745F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F5BC2-F63E-47F6-8D14-EB7E65B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05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D72F7B-96F9-4806-8BA2-BD885A3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91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E4D69-187A-40AF-92EE-9802BEB5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76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DB196-6BD2-4ED9-ACF2-671050EF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当前效果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82E863-3ACC-421C-8C59-BC396C60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Step 4 使用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min_avg_contact_count=3.5、min_contact_coverage=0.5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后，在 pilot_100_v2 中更平衡。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60A4DE-9625-4187-BDB0-AB14319B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材料来源：phase1/README.md、tuning_history.md、length_balance_experiment.md、len8cap_experiment.md</a:t>
            </a:r>
          </a:p>
        </p:txBody>
      </p:sp>
    </p:spTree>
    <p:extLst>
      <p:ext uri="{BB962C8B-B14F-4D97-AF65-F5344CB8AC3E}">
        <p14:creationId xmlns:p14="http://schemas.microsoft.com/office/powerpoint/2010/main" val="118370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43787F-7A8D-47BD-AF61-C8FE81650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2ec4f5eac42a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F2A7E-7638-4EE4-89FA-7C92166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38E63-2D87-4FED-9249-4B8E20D7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CURRENT DEFAULTS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99EE4-9235-4AF1-883D-15D1440C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DD704-80D1-4FD0-BE4C-37CF1644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7B6B9-37D1-44D5-A47D-488B1332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4AB48-EA0A-4A81-9655-391F3B49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当前推荐默认版：简单、可解释、能控流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48DBF-7DC8-4E88-8571-C5CB94E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参数选择优先保证物理合理性和解释性，而不是追求复杂指标堆叠。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2ACBB-52AD-44DB-A2DD-BBA31528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A5301-DE1C-45C6-BD3E-39377E88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BD742-8001-48CF-8236-B45696F5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98DBF-48E9-4E01-91B5-EAFD37F4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2D63F-C254-41C1-AF47-31CCF6F3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62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98063-A61B-465A-8AA9-6037FAA4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B8943-D0E5-4AC9-B948-20CD76DD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Step 3 /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7521A-44DE-4256-AC39-AE1F3359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Step 3 每个 task 最多 16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个候选；Step 4 用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avg_contact_count ≥ 3.5 与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contact_coverage ≥ 0.5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做核心体检。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5374A-C971-4D1D-BD0F-60AEE1AF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131BB-AB59-4A44-98EB-247DBAAE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904B6-0BF4-498F-88FC-A4C04544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4EDAB-C3D0-4242-A564-75EAACA5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156E2-B4FC-464E-BAAE-F3BB4F69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97FAD-6343-4ECF-BFC6-3FB884EE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00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C13F8-1B23-4C18-AE0A-AEB1F26A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Step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AF517-D097-4A7B-B54C-789050B7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每个 task 最多保留 4 条；主权重仍是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avg_contact_count，并加入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max_len8_per_task=2 控制 8-mer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垄断。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24CE0-1499-4C83-9DBF-946DCAB1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8F631-A2B9-4606-A319-62B08A0B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3FC6D-1090-4F7D-965E-2700618D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92C7A6-D135-45A4-BAC1-B56C8293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05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C4BE6-056A-41F6-B05B-E2BD8346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91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06F2B0-C4DC-4AD7-ADAF-EA53A21D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76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2539E-E3FC-4C6D-9E53-89A1C839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Step 6 / 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827C2B-33BD-446B-BBA6-6EB11E89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受体 identity 与多肽 identity 均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≥0.85 时才去重；最后按 6 Å 提取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patch，并生成最终 metadata / LMDB。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E7464A-E46C-47F1-B353-E36CBC66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材料来源：phase1/README.md、tuning_history.md、length_balance_experiment.md、len8cap_experiment.md</a:t>
            </a:r>
          </a:p>
        </p:txBody>
      </p:sp>
    </p:spTree>
    <p:extLst>
      <p:ext uri="{BB962C8B-B14F-4D97-AF65-F5344CB8AC3E}">
        <p14:creationId xmlns:p14="http://schemas.microsoft.com/office/powerpoint/2010/main" val="846724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43787F-7A8D-47BD-AF61-C8FE81650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5db961d1b4bd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CFF7D-7E8A-4B88-9C49-89572348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5FB9D-DA0D-402F-9CF8-B32E12DE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LENGTH BIAS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39625-BB3B-490B-831D-5E50BA1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756C8-2E72-42E9-96C6-33356C28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89947-02C0-445C-9495-55A0F750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936D9-92EB-4980-A738-B6A4959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已识别的偏置：8-mer 过多；当前用 task 内上限温和修正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77C59-4169-4F3C-8E52-D1961117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短片段更容易获得高平均接触，因此 8-mer 会天然占优；直接加长度权重有效但幅度有限。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EB430-64C1-4239-AD3E-436A84AB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C4773-1DC2-4EB9-B11D-0B30E4BD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FC9D1-4FC5-4755-A7B9-86278B42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77.55%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D8E46-8834-4A5F-8244-235F2856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baseline 最终 8-mer 占比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1A544-1FBC-4F14-ADC8-BA4A7A8B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pilot_1000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3BA44-A3B0-47AC-B6FA-E3A1E797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F2058-F52E-416B-9936-B450DF59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3995D-389D-4E7A-8EF5-629F0C1C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75.81%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83E0F-B423-459F-A612-4F2B2461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alpha=2 后 8-mer 占比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0F3F0-2477-4579-9254-615FD2E8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改善有限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B2796-77E0-4F39-B21A-B2729647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150B5-F9B0-4729-8D0D-6AD5FA63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34288-14AC-47C0-8F36-4474587E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73.32%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550DB-6534-4833-9E35-37F7F344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per-task 8-mer cap 后 8-mer 占比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D6F41-8FC6-4F49-958E-C9D54A9D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质量基本稳定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655CE-6538-4E18-B9A7-0BB1AA8D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材料来源：phase1/README.md、tuning_history.md、length_balance_experiment.md、len8cap_experiment.md</a:t>
            </a:r>
          </a:p>
        </p:txBody>
      </p:sp>
    </p:spTree>
    <p:extLst>
      <p:ext uri="{BB962C8B-B14F-4D97-AF65-F5344CB8AC3E}">
        <p14:creationId xmlns:p14="http://schemas.microsoft.com/office/powerpoint/2010/main" val="37154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43787F-7A8D-47BD-AF61-C8FE81650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5f3d5b47f44c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C559B-F7A7-4187-8451-C31EED67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EA29A-E348-4E30-A42F-3E5E40F2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TAKEAWAY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71FB-4814-4D81-86AB-B0E90844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191A0-88C9-4CA7-8903-FEB336B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D07FA-4573-4190-B091-09CDA8B4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03EF9-63E7-4FEC-A610-E4EC6E27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给老师的一句话结论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6C3BE-CE05-41C5-B9DB-7D1F5A1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这版 Phase-1 的目标不是一步做到分布完美，而是先构建一条稳定、可解释、可人工审查的数据生产线。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F609C-76C2-43C4-908C-96319CEB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ADF68-3587-4C1E-9211-1CED8172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F8F84-2ED1-46A1-9F8C-CCC35B5F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AE861-5C9D-4722-A214-27F5766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13097-F8F6-40F1-BF7C-B14653E4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62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BDA16-C3F3-4FC0-8C4B-FD826136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C113B-1B45-43D5-908B-31EA487D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可靠性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96B02-1A6C-424D-8FBF-9398DDB6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输入结构有质控，候选片段来自真实界面，且要求主链连续和接触充分。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C1A99-30A7-4F15-9DEF-3A64C76A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C5EE4-3A6B-4E21-BB98-9CB45909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E858D-1422-47C6-98A8-97171DEC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BB43B-6CC5-44BA-A875-6F95E1F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B3677-18FF-400D-8264-3DC73B3E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27FAF-085C-4783-8363-6759D84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00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90A92-6177-4DDE-BDD8-B09C6662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可解释性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5165EE-5DBC-4439-BB80-588446BF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核心指标从复杂物理量链条收敛到平均接触数、覆盖率和联合同源去重，便于检查。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538AD-8014-46DB-AAE5-94078817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D9CAD-78F4-43C0-9B5D-6C3ECC5C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0340A-F535-4525-89CF-8733FAF7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4073F2-3CEF-4940-ACFC-F97039D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05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A0E85B-479F-4C03-B823-FE5280C9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91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EF0E0B-9596-4207-AF4C-630A3F0D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76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9AFF19-C30A-4E59-9B47-844A54E3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下一步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25E1CA-18DF-43F6-BCA2-ED190FD7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529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继续看全量结果的长度分布、Step 6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去重强度和代表复合物可视化，决定是否进一步调 Step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3/5。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DF627E-FFA4-42F1-9725-21009DF1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材料来源：phase1/README.md、tuning_history.md、length_balance_experiment.md、len8cap_experiment.md</a:t>
            </a:r>
          </a:p>
        </p:txBody>
      </p:sp>
    </p:spTree>
    <p:extLst>
      <p:ext uri="{BB962C8B-B14F-4D97-AF65-F5344CB8AC3E}">
        <p14:creationId xmlns:p14="http://schemas.microsoft.com/office/powerpoint/2010/main" val="1561520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2026-04-20T01:51:32.8670000Z</dcterms:created>
  <dcterms:modified xsi:type="dcterms:W3CDTF">2026-04-20T01:51:32.8670000Z</dcterms:modified>
</coreProperties>
</file>